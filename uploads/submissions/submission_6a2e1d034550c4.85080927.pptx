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0693400" cy="6019800" type="custom"/>
  <p:notesSz cx="6858000" cy="9144000"/>
  <p:defaultTextStyle>
    <a:defPPr defTabSz="914400">
      <a:defRPr lang="en-US" dirty="0"/>
    </a:defPPr>
    <a:lvl1pPr marL="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/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3" Type="http://schemas.openxmlformats.org/officeDocument/2006/relationships/viewProps" Target="viewProps.xml" /><Relationship Id="rId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" Type="http://schemas.openxmlformats.org/officeDocument/2006/relationships/tableStyles" Target="tableStyles.xml" /><Relationship Id="rId4" Type="http://schemas.openxmlformats.org/officeDocument/2006/relationships/theme" Target="theme/theme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524000" y="1122363"/>
            <a:ext cx="9144000" cy="2387600"/>
          </a:xfrm>
          <a:ln>
            <a:headEnd type="none"/>
            <a:tailEnd type="none"/>
          </a:ln>
        </p:spPr>
        <p:txBody>
          <a:bodyPr anchor="b" wrap="square"/>
          <a:lstStyle>
            <a:lvl1pPr algn="ctr"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524000" y="3602038"/>
            <a:ext cx="9144000" cy="1655762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2400" dirty="0"/>
            </a:lvl1pPr>
            <a:lvl2pPr marL="457200" indent="0" algn="ctr">
              <a:buNone/>
              <a:defRPr sz="2000" dirty="0"/>
            </a:lvl2pPr>
            <a:lvl3pPr marL="914400" indent="0" algn="ctr">
              <a:buNone/>
              <a:defRPr sz="1800" dirty="0"/>
            </a:lvl3pPr>
            <a:lvl4pPr marL="1371600" indent="0" algn="ctr">
              <a:buNone/>
              <a:defRPr sz="1600" dirty="0"/>
            </a:lvl4pPr>
            <a:lvl5pPr marL="1828800" indent="0" algn="ctr">
              <a:buNone/>
              <a:defRPr sz="1600" dirty="0"/>
            </a:lvl5pPr>
            <a:lvl6pPr marL="2286000" indent="0" algn="ctr">
              <a:buNone/>
              <a:defRPr sz="1600" dirty="0"/>
            </a:lvl6pPr>
            <a:lvl7pPr marL="2743200" indent="0" algn="ctr">
              <a:buNone/>
              <a:defRPr sz="1600" dirty="0"/>
            </a:lvl7pPr>
            <a:lvl8pPr marL="3200400" indent="0" algn="ctr">
              <a:buNone/>
              <a:defRPr sz="1600" dirty="0"/>
            </a:lvl8pPr>
            <a:lvl9pPr marL="3657600" indent="0" algn="ctr">
              <a:buNone/>
              <a:defRPr sz="1600" dirty="0"/>
            </a:lvl9pPr>
          </a:lstStyle>
          <a:p>
            <a:pPr/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pPr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rmAutofit/>
          </a:bodyPr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rtl="0" algn="l" defTabSz="91440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rtl="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 rot="0">
            <a:off x="0" y="0"/>
            <a:ext cx="10693400" cy="60198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 rot="0">
            <a:off x="0" y="0"/>
            <a:ext cx="10693400" cy="60198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 rot="0">
            <a:off x="0" y="0"/>
            <a:ext cx="10693400" cy="60198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 rot="0">
            <a:off x="0" y="0"/>
            <a:ext cx="10693400" cy="60198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 rot="0">
            <a:off x="0" y="0"/>
            <a:ext cx="10693400" cy="60198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 rot="0">
            <a:off x="0" y="0"/>
            <a:ext cx="10693400" cy="60198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 rot="0">
            <a:off x="0" y="0"/>
            <a:ext cx="10693400" cy="60198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 rot="0">
            <a:off x="0" y="0"/>
            <a:ext cx="10693400" cy="60198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 rot="0">
            <a:off x="0" y="0"/>
            <a:ext cx="10693400" cy="60198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 rot="0">
            <a:off x="0" y="0"/>
            <a:ext cx="10693400" cy="60198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 rot="0">
            <a:off x="0" y="0"/>
            <a:ext cx="10693400" cy="60198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Essential Presentation</Application>
  <Characters>0</Characters>
  <Lines>0</Lines>
  <MMClips>0</MMClips>
  <Notes>0</Notes>
  <Pages>0</Pages>
  <Paragraphs>0</Paragraphs>
  <HiddenSlides>0</HiddenSlides>
  <LinksUpToDate>false</LinksUpToDate>
  <ScaleCrop>false</ScaleCrop>
  <Slides>0</Slides>
  <TotalTime>0</TotalTime>
  <Words>0</Words>
  <AppVersion>12.0000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terms:modified xsi:type="dcterms:W3CDTF">2026-05-17T18:06:11Z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/>
</file>